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tGPT Image May 16, 2026, 01_56_57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